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72" r:id="rId7"/>
    <p:sldId id="275" r:id="rId8"/>
    <p:sldId id="27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0704" autoAdjust="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8B6D41A-3D8C-2AA1-FC6A-57635E6CF9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4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380517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272747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57242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0773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421740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536300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46167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39492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013990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4693481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498046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6400136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254492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566877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71536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111608"/>
            <a:ext cx="10515600" cy="3744912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277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7449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7724" y="2809875"/>
            <a:ext cx="6696075" cy="1909763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4828DA-5EC5-4A00-9A7B-CD9668EF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</p:spPr>
        <p:txBody>
          <a:bodyPr anchor="b">
            <a:normAutofit/>
          </a:bodyPr>
          <a:lstStyle>
            <a:lvl1pPr marL="0" indent="0" algn="l">
              <a:buNone/>
              <a:defRPr sz="16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03E9A-96BC-4283-A6E1-5948AEB11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6774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19C49-052B-4D3E-B227-1D787463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3699" y="6356350"/>
            <a:ext cx="25431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E724A-95F0-41B6-A77E-EDD06727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8350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0656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28568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578300" y="5084524"/>
            <a:ext cx="233081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1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068964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488845" y="5084524"/>
            <a:ext cx="231770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C911F2-9041-416A-B83C-F23B354E0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34250" y="0"/>
            <a:ext cx="4857750" cy="1724025"/>
            <a:chOff x="7334250" y="0"/>
            <a:chExt cx="4857750" cy="172402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E4B72DA-52CB-4D39-A342-8857B4D959B2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D9BCDA-DFB7-41A4-A7C7-CEE86CEDCB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1227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87AAB93-862D-455E-9E73-3D0DAEFDE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73953"/>
            <a:ext cx="12192000" cy="5621336"/>
            <a:chOff x="0" y="473953"/>
            <a:chExt cx="12192000" cy="5621336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0DFD584-E5CF-41EF-B51E-679CE22DDF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73953"/>
              <a:ext cx="2057400" cy="1647825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5C02DDF-25A6-42C7-9525-F279CE2095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49000" y="5180889"/>
              <a:ext cx="1143000" cy="9144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500168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49262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38DB4D-239F-4E8E-8802-0470B013118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5558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355" y="3654378"/>
            <a:ext cx="2105135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095999" y="3809747"/>
            <a:ext cx="22998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4480" y="3809747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00168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849262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E029C5CA-EDDA-4BF9-9051-8B09E98EE1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5558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339926" y="5668583"/>
            <a:ext cx="1813474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744480" y="5668583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120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786F69D-D4FA-4075-A7EC-8D31A184F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6988B2D-0240-4256-8268-4B9FF1E7236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8EEAAE1-3D04-41C3-B2D2-B3BEF34C3B2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11375"/>
            <a:ext cx="10515600" cy="3744913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11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6074" y="150777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2131" y="2584097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38556" y="366042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22756" y="4736748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6" y="1613528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9" y="268256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8" y="375539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80" y="4824430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9143" y="6356350"/>
            <a:ext cx="377598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2594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368EF4-1233-48C7-8DB5-75844BFCD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238376" cy="3105150"/>
            <a:chOff x="0" y="0"/>
            <a:chExt cx="2238376" cy="31051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3D7850-C2A6-43CE-BBE4-8E81A0A593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BAD3E03-2E3B-440C-9105-6F9D33006D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8896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80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666" r:id="rId17"/>
    <p:sldLayoutId id="2147483667" r:id="rId18"/>
    <p:sldLayoutId id="2147483654" r:id="rId19"/>
    <p:sldLayoutId id="2147483663" r:id="rId20"/>
    <p:sldLayoutId id="2147483662" r:id="rId21"/>
    <p:sldLayoutId id="2147483668" r:id="rId22"/>
    <p:sldLayoutId id="2147483652" r:id="rId23"/>
    <p:sldLayoutId id="2147483660" r:id="rId24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5914" y="2760764"/>
            <a:ext cx="5775960" cy="253952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sz="4400" dirty="0">
                <a:solidFill>
                  <a:schemeClr val="tx1"/>
                </a:solidFill>
              </a:rPr>
              <a:t>BLOCKCHAIN-BASED  SECURE PLATFORM PROTOTYPE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6A1B4-B8D1-4A72-8E20-0703F54BF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34480" y="5300286"/>
            <a:ext cx="2289653" cy="395785"/>
          </a:xfrm>
        </p:spPr>
        <p:txBody>
          <a:bodyPr>
            <a:normAutofit fontScale="25000" lnSpcReduction="20000"/>
          </a:bodyPr>
          <a:lstStyle/>
          <a:p>
            <a:r>
              <a:rPr lang="en-US" sz="5200" dirty="0"/>
              <a:t>Thabang Aubrey Kgosiemang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931" y="409432"/>
            <a:ext cx="5729004" cy="1000342"/>
          </a:xfrm>
        </p:spPr>
        <p:txBody>
          <a:bodyPr>
            <a:normAutofit fontScale="90000"/>
          </a:bodyPr>
          <a:lstStyle/>
          <a:p>
            <a:r>
              <a:rPr lang="en-US" dirty="0"/>
              <a:t>PURPOSE OF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2930" y="1801505"/>
            <a:ext cx="6904661" cy="431269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Social stigma and lack of trust prevent people from using sensitive digital platforms openly.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Centralized systems risk data tampering and privacy breaches.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Project explores how blockchain principles can improve data integrity, trust, transparency and security.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This Prototype focuses on building a secure registration and data handling layer.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 core foundation for future privacy-focused systems.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1ED20-04D4-4894-B0C2-9C541A61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4266184" cy="365125"/>
          </a:xfrm>
        </p:spPr>
        <p:txBody>
          <a:bodyPr/>
          <a:lstStyle/>
          <a:p>
            <a:r>
              <a:rPr lang="en-US" dirty="0"/>
              <a:t>Addressing social stigma through Blockchain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029A-6915-E96B-9950-485A14E7B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219" y="321283"/>
            <a:ext cx="8369940" cy="1204912"/>
          </a:xfrm>
        </p:spPr>
        <p:txBody>
          <a:bodyPr>
            <a:normAutofit fontScale="90000"/>
          </a:bodyPr>
          <a:lstStyle/>
          <a:p>
            <a:r>
              <a:rPr lang="en-US" dirty="0"/>
              <a:t>TOOLS, TECHNOLOGIES / PLATFORMS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FD8FB-7525-772E-0AC9-1C361C914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219" y="1796917"/>
            <a:ext cx="7013829" cy="4137344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Java – Core application logic and system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JavaFX – Graphical User Interface (GUI)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Blockchain logic - hashing and block structure to ensure data integrity.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IntelliJ IDEA – Development and debugging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File I/O – Local data persistence (prototype storage)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3B8FB-AD6A-EF5D-F9DB-028A98855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07032" y="6406487"/>
            <a:ext cx="4412488" cy="365124"/>
          </a:xfrm>
        </p:spPr>
        <p:txBody>
          <a:bodyPr/>
          <a:lstStyle/>
          <a:p>
            <a:r>
              <a:rPr lang="en-US" dirty="0"/>
              <a:t>Addressing social stigma through Blockchain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904E8-0B62-F376-E499-3F4218A1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81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5F666-20B0-5C0E-5E79-D63E4A97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-58101"/>
            <a:ext cx="5111750" cy="1204912"/>
          </a:xfrm>
        </p:spPr>
        <p:txBody>
          <a:bodyPr/>
          <a:lstStyle/>
          <a:p>
            <a:r>
              <a:rPr lang="en-US" dirty="0"/>
              <a:t>GUI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021E0-1D95-45D1-7C7E-6EAA46E9F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AB476FCE-35C4-764A-C82B-4A2FC2538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640" y="1504951"/>
            <a:ext cx="5053907" cy="3988451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6DEF038B-ACE5-6152-70D8-49FDC3F4A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" y="1615440"/>
            <a:ext cx="3954780" cy="3741420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FB1CB4B-63C2-1304-DF84-15478B75B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59330" y="6271901"/>
            <a:ext cx="4321048" cy="365125"/>
          </a:xfrm>
        </p:spPr>
        <p:txBody>
          <a:bodyPr/>
          <a:lstStyle/>
          <a:p>
            <a:r>
              <a:rPr lang="en-US" dirty="0"/>
              <a:t>Addressing social stigma through Blockchain</a:t>
            </a:r>
          </a:p>
        </p:txBody>
      </p:sp>
    </p:spTree>
    <p:extLst>
      <p:ext uri="{BB962C8B-B14F-4D97-AF65-F5344CB8AC3E}">
        <p14:creationId xmlns:p14="http://schemas.microsoft.com/office/powerpoint/2010/main" val="1002235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D326C-80C5-C0BD-9DC3-951F0D1FF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438912"/>
            <a:ext cx="5111750" cy="1204912"/>
          </a:xfrm>
        </p:spPr>
        <p:txBody>
          <a:bodyPr/>
          <a:lstStyle/>
          <a:p>
            <a:r>
              <a:rPr lang="en-US" dirty="0"/>
              <a:t>SKILLS SOURCE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3C0A4-1125-A77B-6472-2FB30578D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2101214"/>
            <a:ext cx="6556630" cy="379774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University coursework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Practical programming projects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Online tutorials and documentation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Debugging and experimentation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97EAA-828E-F864-88B0-62BD9C6C5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38832" y="6236525"/>
            <a:ext cx="4010024" cy="365125"/>
          </a:xfrm>
        </p:spPr>
        <p:txBody>
          <a:bodyPr/>
          <a:lstStyle/>
          <a:p>
            <a:r>
              <a:rPr lang="en-US" dirty="0"/>
              <a:t>Addressing social stigma in through Blockchain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2C6A7-0321-FB40-BC31-FC63CE61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9060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96B61E-1B64-430F-934F-7D1B900280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D6FE22-81A0-4500-AFD0-342D21BB9A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C43685-694E-4579-B109-3C418D49DA6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2939</TotalTime>
  <Words>166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Trebuchet MS</vt:lpstr>
      <vt:lpstr>Wingdings 3</vt:lpstr>
      <vt:lpstr>Facet</vt:lpstr>
      <vt:lpstr>  BLOCKCHAIN-BASED  SECURE PLATFORM PROTOTYPE</vt:lpstr>
      <vt:lpstr>PURPOSE OF THE PROJECT</vt:lpstr>
      <vt:lpstr>TOOLS, TECHNOLOGIES / PLATFORMS USED</vt:lpstr>
      <vt:lpstr>GUI</vt:lpstr>
      <vt:lpstr>SKILLS SOURCE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Gender Inequality in STEM Education and Careers in South Africa</dc:title>
  <dc:creator>SIFISO NDHLOVU</dc:creator>
  <cp:lastModifiedBy>THABANG AUBREY KGOSIEMANG</cp:lastModifiedBy>
  <cp:revision>21</cp:revision>
  <dcterms:created xsi:type="dcterms:W3CDTF">2023-05-13T20:19:19Z</dcterms:created>
  <dcterms:modified xsi:type="dcterms:W3CDTF">2026-01-28T17:35:41Z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